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Kicker, Logo, Titel, Claim — nichts sonst.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Abschnittstrenner. Das Signet unten rechts als stille Signatur.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Inhaltsfolie: Text links, eine Zahl rechts. Akzentfarbe genau einmal.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Schlussfolie.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010144" cy="0"/>
          </a:xfrm>
          <a:prstGeom prst="line">
            <a:avLst/>
          </a:prstGeom>
          <a:noFill/>
          <a:ln w="9525">
            <a:solidFill>
              <a:srgbClr val="302F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A9A7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NOTIZEN · SEITEN · SAMMLUNGEN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3566160" cy="8247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2697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7F5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«Titel der Präsentation»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79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Wissen strukturieren. Auf deinem Server.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40" kern="0" dirty="0">
                <a:solidFill>
                  <a:srgbClr val="A9A7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«Anlass», «Datum»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010144" cy="0"/>
          </a:xfrm>
          <a:prstGeom prst="line">
            <a:avLst/>
          </a:prstGeom>
          <a:noFill/>
          <a:ln w="9525">
            <a:solidFill>
              <a:srgbClr val="302F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A9A7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ABSCHNITT «N»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11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7F5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«Abschnittstitel»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79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«Ein Satz, der sagt, worum es in diesem Abschnitt geht.»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041648"/>
            <a:ext cx="694944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010144" cy="0"/>
          </a:xfrm>
          <a:prstGeom prst="line">
            <a:avLst/>
          </a:prstGeom>
          <a:noFill/>
          <a:ln w="9525">
            <a:solidFill>
              <a:srgbClr val="DDD9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6A67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«ABSCHNITT» · «THEMA»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«Folientitel»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«Erster Punkt in einem vollständigen Satz.»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«Zweiter Punkt, gleiche Länge, gleicher Ton.»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«Dritter Punkt. Beschreibend statt bewerbend.»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8928" y="1783080"/>
            <a:ext cx="3438144" cy="2194560"/>
          </a:xfrm>
          <a:prstGeom prst="rect">
            <a:avLst/>
          </a:prstGeom>
          <a:solidFill>
            <a:srgbClr val="F0EEE8"/>
          </a:solidFill>
          <a:ln w="9525">
            <a:solidFill>
              <a:srgbClr val="DD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13248" y="205740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2F7D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«ZAHL»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13248" y="2999232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75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«Was die Zahl bedeutet, in einer Zeile.»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34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A67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«Quelle»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16552"/>
            <a:ext cx="804672" cy="186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010144" cy="0"/>
          </a:xfrm>
          <a:prstGeom prst="line">
            <a:avLst/>
          </a:prstGeom>
          <a:noFill/>
          <a:ln w="9525">
            <a:solidFill>
              <a:srgbClr val="302F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A9A7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DANKE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3108960" cy="7187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A9A7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«Kontakt» · «Server»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SONE — Foliensatz</dc:title>
  <dc:subject>PptxGenJS Presentation</dc:subject>
  <dc:creator>SONE</dc:creator>
  <cp:lastModifiedBy>SONE</cp:lastModifiedBy>
  <cp:revision>1</cp:revision>
  <dcterms:created xsi:type="dcterms:W3CDTF">2026-09-05T22:44:53Z</dcterms:created>
  <dcterms:modified xsi:type="dcterms:W3CDTF">2026-09-05T22:44:53Z</dcterms:modified>
</cp:coreProperties>
</file>